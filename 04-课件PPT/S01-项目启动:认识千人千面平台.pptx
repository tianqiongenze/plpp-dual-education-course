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S01 项目启动:认识千人千面平台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LF1 | 第 1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[记] 说出 PLPP 八个微服务各自职责(一句话版)</a:t>
            </a:r>
          </a:p>
          <a:p>
            <a:pPr>
              <a:defRPr sz="1600"/>
            </a:pPr>
            <a:r>
              <a:t>[解] 解释'千人千面'业务闭环:注册→学习→行为采集→掌握度→路径推荐</a:t>
            </a:r>
          </a:p>
          <a:p>
            <a:pPr>
              <a:defRPr sz="1600"/>
            </a:pPr>
            <a:r>
              <a:t>[应] 克隆仓库并跑通一次本地健康检查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企业情境:你是刚入职'千学科技'的实习工程师。mentor 给你一个已经在线运行、16 万学生在用的平台,但没人给你做入职培训——你需要 90 分钟内自己画出系统地图。这就是今天的工单。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无(首课)。替代:双元制/学徒制 5 分钟介绍;分组与角色轮换宣布。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PLPP 是什么——业务全景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个性化学习平台(千人千面):面向高职学生的学习平台+AI 教学系统</a:t>
            </a:r>
          </a:p>
          <a:p>
            <a:pPr>
              <a:defRPr sz="1600"/>
            </a:pPr>
            <a:r>
              <a:t>三端:学生端(web-student:30096)/运营端(ops-web:30097)/GraphQL 网关</a:t>
            </a:r>
          </a:p>
          <a:p>
            <a:pPr>
              <a:defRPr sz="1600"/>
            </a:pPr>
            <a:r>
              <a:t>核心闭环:课程学习→行为事件→知识追踪 KT→掌握度→个性化路径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八服务地图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iam(认证) / tenant(多租户) / course(课程) / teaching(教学)</a:t>
            </a:r>
          </a:p>
          <a:p>
            <a:pPr>
              <a:defRPr sz="1600"/>
            </a:pPr>
            <a:r>
              <a:t>ai(AI 检索) / agent(智能体) / ops(运营) / realtime-gateway+graphql-gateway</a:t>
            </a:r>
          </a:p>
          <a:p>
            <a:pPr>
              <a:defRPr sz="1600"/>
            </a:pPr>
            <a:r>
              <a:t>支撑域:kt-service(知识追踪)、vector-reranker(向量重排)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数据与中间件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TiDB(主库,16 万用户)/ CRDB(备份侧)/ NebulaGraph(产业图谱)/ Milvus(向量)</a:t>
            </a:r>
          </a:p>
          <a:p>
            <a:pPr>
              <a:defRPr sz="1600"/>
            </a:pPr>
            <a:r>
              <a:t>Pulsar 事件总线 / Redis / K8s 集群(ns: qianrenqianmian)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如何看一个陌生系统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先看部署清单(k8s/base/)再看服务清单再看数据流</a:t>
            </a:r>
          </a:p>
          <a:p>
            <a:pPr>
              <a:defRPr sz="1600"/>
            </a:pPr>
            <a:r>
              <a:t>本课给出'四层读图法':入口层→服务层→数据层→事件层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领仓 — git clone 项目仓(教师发地址),cd personalized-learning-platform-plus</a:t>
            </a:r>
          </a:p>
          <a:p>
            <a:pPr>
              <a:defRPr sz="1600"/>
            </a:pPr>
            <a:r>
              <a:t>2. 2. 跑健康检查 — curl http://10.167.2.175:31826/actuator/health 等,记录各服务状态表</a:t>
            </a:r>
          </a:p>
          <a:p>
            <a:pPr>
              <a:defRPr sz="1600"/>
            </a:pPr>
            <a:r>
              <a:t>3. 3. 画服务地图 — 按四层读图法在白板站画出:入口→服务→数据→事件(每组一张大海报)</a:t>
            </a:r>
          </a:p>
          <a:p>
            <a:pPr>
              <a:defRPr sz="1600"/>
            </a:pPr>
            <a:r>
              <a:t>4. 4. 交换检验 — 与邻组交换地图,找出对方漏画/画错的连线并标注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仓库克隆完成,健康检查输出已截图存档</a:t>
            </a:r>
          </a:p>
          <a:p>
            <a:pPr>
              <a:defRPr sz="1600"/>
            </a:pPr>
            <a:r>
              <a:t>[解] 服务地图四层齐全,iam→tenant→course 主链正确</a:t>
            </a:r>
          </a:p>
          <a:p>
            <a:pPr>
              <a:defRPr sz="1600"/>
            </a:pPr>
            <a:r>
              <a:t>[析] 能口头指出至少 1 条'地图上没有但确实存在'的支撑组件(如 kt)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讲题:把'千人千面'用一个生活类比讲给外行听,并说明 AI 在闭环的哪两处起作用。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每人:完善个人版服务地图(手绘拍照上传)</a:t>
            </a:r>
          </a:p>
          <a:p>
            <a:pPr>
              <a:defRPr sz="1600"/>
            </a:pPr>
            <a:r>
              <a:t>费曼卡#1:用 200 字向外行讲清'微服务'与'单体'的区别</a:t>
            </a:r>
          </a:p>
          <a:p>
            <a:pPr>
              <a:defRPr sz="1600"/>
            </a:pPr>
            <a:r>
              <a:t>评分点:服务地图完整性(40%)+健康检查证据(30%)+口头解释闭环(30%)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