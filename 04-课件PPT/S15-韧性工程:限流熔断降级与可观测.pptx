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S15 韧性工程:限流熔断降级与可观测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《千人千面 AI 学习平台项目实战》双元制项目课程 | LF7 | 第 15 周 | 4 课时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布鲁姆目标(今天你要达到)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[析] 为给定依赖设计'超时/重试/熔断/降级'四件套参数</a:t>
            </a:r>
          </a:p>
          <a:p>
            <a:pPr>
              <a:defRPr sz="1600"/>
            </a:pPr>
            <a:r>
              <a:t>[应] 注入一次 Redis 故障并观察降级行为</a:t>
            </a:r>
          </a:p>
          <a:p>
            <a:pPr>
              <a:defRPr sz="1600"/>
            </a:pPr>
            <a:r>
              <a:t>[评] 按 UIM 纪律区分'症状日志'与'已验证故障'</a:t>
            </a:r>
          </a:p>
          <a:p>
            <a:pPr>
              <a:defRPr sz="1200" i="1"/>
            </a:pPr>
            <a:r>
              <a:t>评判标准:下课时你能做到,并讲给别人听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情境导入(真实工程)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企业情境:一条 warning 日志引发了错误修复,反而把好的改坏(Loki 误诊事故)。同时,T2 之后全组要为下周压测做韧性体检。今天:先学会'不要乱修',再学会'系统坏了也不崩'。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上节回顾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Outbox 对比表讲评;压测分工宣布。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六步法节律(180min)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 情境导入 20' → B 计划 10' → C 决策 5'</a:t>
            </a:r>
          </a:p>
          <a:p>
            <a:pPr>
              <a:defRPr sz="1600"/>
            </a:pPr>
            <a:r>
              <a:t>D 理论精讲 35' → E 实训实施 70'</a:t>
            </a:r>
          </a:p>
          <a:p>
            <a:pPr>
              <a:defRPr sz="1600"/>
            </a:pPr>
            <a:r>
              <a:t>F 检查 15' → G 评价+费曼讲台 25'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知识建构 · 韧性六件套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限流(令牌桶)/熔断(失败率阈值→OPEN)/超时分级(本地/RPC/DB/LLM)</a:t>
            </a:r>
          </a:p>
          <a:p>
            <a:pPr>
              <a:defRPr sz="1600"/>
            </a:pPr>
            <a:r>
              <a:t>重试退避(可重试才重试+jitter+上限)/舱壁(依赖隔离)/降级(返缓存/默认,不崩)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知识建构 · DPM+GSD 补充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探活+自动重建:通道好了对象没好=假自愈(真实 L1Pool 教训)</a:t>
            </a:r>
          </a:p>
          <a:p>
            <a:pPr>
              <a:defRPr sz="1600"/>
            </a:pPr>
            <a:r>
              <a:t>优雅关停:先摘流→排空→关连接→退出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知识建构 · UIM 纪律(误诊防护)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日志=症状非根因;先正向验证功能可用(探针),再下结论</a:t>
            </a:r>
          </a:p>
          <a:p>
            <a:pPr>
              <a:defRPr sz="1600"/>
            </a:pPr>
            <a:r>
              <a:t>改后必须对照验证(改前 vs 改后同一探针)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知识建构 · 可观测闭环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代码暴露 /metrics→部署注解 scrape→Prom targets UP→指标有数</a:t>
            </a:r>
          </a:p>
          <a:p>
            <a:pPr>
              <a:defRPr sz="1600"/>
            </a:pPr>
            <a:r>
              <a:t>配而未接=0 数据盲区(真实 11 服务教训)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实训任务(70min,双师巡回)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1. 1. 体检表 — 逐服务核对:超时/重试/熔断/降级/scrape 注解五项(填表)</a:t>
            </a:r>
          </a:p>
          <a:p>
            <a:pPr>
              <a:defRPr sz="1600"/>
            </a:pPr>
            <a:r>
              <a:t>2. 2. 故障注入 — 教学租户内断 Redis(如改端口),观察服务降级+恢复</a:t>
            </a:r>
          </a:p>
          <a:p>
            <a:pPr>
              <a:defRPr sz="1600"/>
            </a:pPr>
            <a:r>
              <a:t>3. 3. UIM 演练 — 给定 3 条日志,判定'该修/该查/噪声'并给探针方案</a:t>
            </a:r>
          </a:p>
          <a:p>
            <a:pPr>
              <a:defRPr sz="1600"/>
            </a:pPr>
            <a:r>
              <a:t>4. 4. 复盘 — 注入前后 /metrics 关键指标对比截图</a:t>
            </a:r>
          </a:p>
          <a:p>
            <a:pPr>
              <a:defRPr sz="1200" i="1"/>
            </a:pPr>
            <a:r>
              <a:t>纪律:只提问不代写;证据必须留存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检查清单(15min 互查)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[应] 注入与恢复证据</a:t>
            </a:r>
          </a:p>
          <a:p>
            <a:pPr>
              <a:defRPr sz="1600"/>
            </a:pPr>
            <a:r>
              <a:t>[析] 体检表能指出至少 1 处真实缺口</a:t>
            </a:r>
          </a:p>
          <a:p>
            <a:pPr>
              <a:defRPr sz="1600"/>
            </a:pPr>
            <a:r>
              <a:t>[评] UIM 三例判定有探针依据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费曼讲台(15min)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讲题:用'血管支架(熔断)+备用血管(降级)+定期体检(探活)'讲韧性,要求外行复述三件事。</a:t>
            </a:r>
          </a:p>
          <a:p>
            <a:pPr>
              <a:defRPr sz="1600"/>
            </a:pPr>
            <a:r>
              <a:t>白纸讲授 6' → 追问 4' → 类比压缩 3'</a:t>
            </a:r>
          </a:p>
          <a:p>
            <a:pPr>
              <a:defRPr sz="1600"/>
            </a:pPr>
            <a:r>
              <a:t>讲不清=没学会;卡壳处就是回炉点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课后作业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费曼卡#15:韧性三件事 200 字</a:t>
            </a:r>
          </a:p>
          <a:p>
            <a:pPr>
              <a:defRPr sz="1600"/>
            </a:pPr>
            <a:r>
              <a:t>体检表+注入报告</a:t>
            </a:r>
          </a:p>
          <a:p>
            <a:pPr>
              <a:defRPr sz="1600"/>
            </a:pPr>
            <a:r>
              <a:t>评分点:注入证据(40%)+体检表(40%)+UIM 判定(20%)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