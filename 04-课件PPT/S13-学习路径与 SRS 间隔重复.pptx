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S13 学习路径与 SRS 间隔重复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《千人千面 AI 学习平台项目实战》双元制项目课程 | LF6 | 第 13 周 | 4 课时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布鲁姆目标(今天你要达到)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[解] 解释 SM-2 间隔重复与学习路径状态机</a:t>
            </a:r>
          </a:p>
          <a:p>
            <a:pPr>
              <a:defRPr sz="1600"/>
            </a:pPr>
            <a:r>
              <a:t>[析] 设计并发场景触发 lost update 并验证 OCC 修复</a:t>
            </a:r>
          </a:p>
          <a:p>
            <a:pPr>
              <a:defRPr sz="1600"/>
            </a:pPr>
            <a:r>
              <a:t>[创] 写出乐观锁版本号修复用例</a:t>
            </a:r>
          </a:p>
          <a:p>
            <a:pPr>
              <a:defRPr sz="1200" i="1"/>
            </a:pPr>
            <a:r>
              <a:t>评判标准:下课时你能做到,并讲给别人听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情境导入(真实工程)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企业情境:两个设备同时给同一学生打卡复习,SM-2 的间隔被覆盖丢了一次——学习计划悄悄变形。这是真实的 OCC 事故场景,今天你亲手复现并修复。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上节回顾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BKT 卡抽查;T2 测验(20 分钟,随后讲评)。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六步法节律(180min)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情境导入 20' → B 计划 10' → C 决策 5'</a:t>
            </a:r>
          </a:p>
          <a:p>
            <a:pPr>
              <a:defRPr sz="1600"/>
            </a:pPr>
            <a:r>
              <a:t>D 理论精讲 35' → E 实训实施 70'</a:t>
            </a:r>
          </a:p>
          <a:p>
            <a:pPr>
              <a:defRPr sz="1600"/>
            </a:pPr>
            <a:r>
              <a:t>F 检查 15' → G 评价+费曼讲台 25'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学习路径状态机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IN_PROGRESS/COMPLETED 等状态;step 粒度推进;教学域 learning_paths 表</a:t>
            </a:r>
          </a:p>
          <a:p>
            <a:pPr>
              <a:defRPr sz="1600"/>
            </a:pPr>
            <a:r>
              <a:t>路径=个性化推荐的执行载体(KT 输出驱动)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SRS 与 SM-2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间隔重复:记住后拉长复习间隔;SM-2 按质量评分调 EF/间隔</a:t>
            </a:r>
          </a:p>
          <a:p>
            <a:pPr>
              <a:defRPr sz="1600"/>
            </a:pPr>
            <a:r>
              <a:t>复习记录=读-改-写:读旧间隔→算新间隔→写回——并发下会互相覆盖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OCC 乐观锁(真实修复)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加 version 列:UPDATE ... WHERE id=? AND version=旧版本</a:t>
            </a:r>
          </a:p>
          <a:p>
            <a:pPr>
              <a:defRPr sz="1600"/>
            </a:pPr>
            <a:r>
              <a:t>0 行受影响=冲突→重读重算重试(退避,上限转 409)</a:t>
            </a:r>
          </a:p>
          <a:p>
            <a:pPr>
              <a:defRPr sz="1600"/>
            </a:pPr>
            <a:r>
              <a:t>基线读必须走主库强读,禁 follower 旧值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实训任务(70min,双师巡回)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1. 1. 复现 — 双线程并发调用同 (user,word) 复习接口,统计间隔丢失次数</a:t>
            </a:r>
          </a:p>
          <a:p>
            <a:pPr>
              <a:defRPr sz="1600"/>
            </a:pPr>
            <a:r>
              <a:t>2. 2. 读修复 — 对照 teaching SRS 的 version 实现逐行讲解</a:t>
            </a:r>
          </a:p>
          <a:p>
            <a:pPr>
              <a:defRPr sz="1600"/>
            </a:pPr>
            <a:r>
              <a:t>3. 3. 验证 — 同样并发下验证 version 冲突重试生效(丢失=0)</a:t>
            </a:r>
          </a:p>
          <a:p>
            <a:pPr>
              <a:defRPr sz="1600"/>
            </a:pPr>
            <a:r>
              <a:t>4. 4. 用例 — 写一个'冲突→重试→成功'的测试用例(组内 PR)</a:t>
            </a:r>
          </a:p>
          <a:p>
            <a:pPr>
              <a:defRPr sz="1200" i="1"/>
            </a:pPr>
            <a:r>
              <a:t>纪律:只提问不代写;证据必须留存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检查清单(15min 互查)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[析] 并发实验数据(修复前 vs 后)齐全</a:t>
            </a:r>
          </a:p>
          <a:p>
            <a:pPr>
              <a:defRPr sz="1600"/>
            </a:pPr>
            <a:r>
              <a:t>[创] OCC 用例可运行且断言正确</a:t>
            </a:r>
          </a:p>
          <a:p>
            <a:pPr>
              <a:defRPr sz="1600"/>
            </a:pPr>
            <a:r>
              <a:t>[解] SM-2 与 OCC 各一句话讲清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费曼讲台(15min)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讲题:用'两人同时改同一张 Word,后保存的把先保存的盖掉'讲 lost update,再说'版本号=修订记录'怎么救。</a:t>
            </a:r>
          </a:p>
          <a:p>
            <a:pPr>
              <a:defRPr sz="1600"/>
            </a:pPr>
            <a:r>
              <a:t>白纸讲授 6' → 追问 4' → 类比压缩 3'</a:t>
            </a:r>
          </a:p>
          <a:p>
            <a:pPr>
              <a:defRPr sz="1600"/>
            </a:pPr>
            <a:r>
              <a:t>讲不清=没学会;卡壳处就是回炉点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费曼卡#13:lost update 卡</a:t>
            </a:r>
          </a:p>
          <a:p>
            <a:pPr>
              <a:defRPr sz="1600"/>
            </a:pPr>
            <a:r>
              <a:t>OCC 用例 PR 链接</a:t>
            </a:r>
          </a:p>
          <a:p>
            <a:pPr>
              <a:defRPr sz="1600"/>
            </a:pPr>
            <a:r>
              <a:t>评分点:并发实验(40%)+OCC 用例(40%)+讲解(20%)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