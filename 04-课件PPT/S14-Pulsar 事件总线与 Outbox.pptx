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S14 Pulsar 事件总线与 Outbox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LF7 | 第 14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 transactional outbox 四要素及防丢原理</a:t>
            </a:r>
          </a:p>
          <a:p>
            <a:pPr>
              <a:defRPr sz="1600"/>
            </a:pPr>
            <a:r>
              <a:t>[应] 验证 event_outbox delivered 闭环</a:t>
            </a:r>
          </a:p>
          <a:p>
            <a:pPr>
              <a:defRPr sz="1600"/>
            </a:pPr>
            <a:r>
              <a:t>[析] 对比'直发 vs outbox'在故障场景的一致性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企业情境:教师提交评分后,下游掌握度永久缺失——因为事件是 fire-and-forget 发出去的,队列满时静默丢了。这是真实返工事故,今天你验证修复后的 Outbox 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OCC 用例快评;宣布 M4 答辩与压测安排。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fire-and-forget 三宗罪(真实教训)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sendAsync 悬空不管/队列满静默丢/失败仅 warn——业务数据永久缺失</a:t>
            </a:r>
          </a:p>
          <a:p>
            <a:pPr>
              <a:defRPr sz="1600"/>
            </a:pPr>
            <a:r>
              <a:t>特征:平时全绿,故障时无声丢数据——最难排查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Transactional Outbox 四要素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同事务写业务表+outbox 行(原子);relay 扫表重投</a:t>
            </a:r>
          </a:p>
          <a:p>
            <a:pPr>
              <a:defRPr sz="1600"/>
            </a:pPr>
            <a:r>
              <a:t>message_id 幂等贯穿(生产/消费去重);失败退避→死信</a:t>
            </a:r>
          </a:p>
          <a:p>
            <a:pPr>
              <a:defRPr sz="1600"/>
            </a:pPr>
            <a:r>
              <a:t>at-least-once+幂等消费=业务 exactly-once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平台实现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platform-common OutboxEventRelay(方言感知:TiDB 无 SKIP LOCKED)</a:t>
            </a:r>
          </a:p>
          <a:p>
            <a:pPr>
              <a:defRPr sz="1600"/>
            </a:pPr>
            <a:r>
              <a:t>EventAutoConfiguration 自动装配;四库 event_outbox delivered 4/4 实证</a:t>
            </a:r>
          </a:p>
          <a:p>
            <a:pPr>
              <a:defRPr sz="1600"/>
            </a:pPr>
            <a:r>
              <a:t>毒丸消息:格式错/必失败→隔离进死信,禁无限重试堵队列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查表 — SELECT * FROM tenant_db.event_outbox 看 status/重试列</a:t>
            </a:r>
          </a:p>
          <a:p>
            <a:pPr>
              <a:defRPr sz="1600"/>
            </a:pPr>
            <a:r>
              <a:t>2. 2. 验证闭环 — 触发一次业务写(创建规则),观察 outbox→delivered</a:t>
            </a:r>
          </a:p>
          <a:p>
            <a:pPr>
              <a:defRPr sz="1600"/>
            </a:pPr>
            <a:r>
              <a:t>3. 3. 对比讨论 — 组内填'直发 vs outbox'故障场景对比表(5 场景)</a:t>
            </a:r>
          </a:p>
          <a:p>
            <a:pPr>
              <a:defRPr sz="1600"/>
            </a:pPr>
            <a:r>
              <a:t>4. 4. 毒丸讨论 — 给一条会必失败的消息设计处理路径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delivered 状态变化证据</a:t>
            </a:r>
          </a:p>
          <a:p>
            <a:pPr>
              <a:defRPr sz="1600"/>
            </a:pPr>
            <a:r>
              <a:t>[析] 对比表能覆盖'队列满/relay 挂/消费者崩'三场景</a:t>
            </a:r>
          </a:p>
          <a:p>
            <a:pPr>
              <a:defRPr sz="1600"/>
            </a:pPr>
            <a:r>
              <a:t>[解] 四要素各一句口头过关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讲题:用'寄挂号信(outbox,有回执可重投)vs 站在楼道喊一嗓子(fire-and-forget)'讲可靠事件。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费曼卡#14:挂号信类比 200 字</a:t>
            </a:r>
          </a:p>
          <a:p>
            <a:pPr>
              <a:defRPr sz="1600"/>
            </a:pPr>
            <a:r>
              <a:t>对比表+毒丸方案</a:t>
            </a:r>
          </a:p>
          <a:p>
            <a:pPr>
              <a:defRPr sz="1600"/>
            </a:pPr>
            <a:r>
              <a:t>评分点:闭环证据(40%)+对比表深度(40%)+讲解(20%)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