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S02 需求工程:对标申报书与追溯矩阵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LF1 | 第 2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解释'追溯矩阵'如何把需求逐条映射到代码/测试</a:t>
            </a:r>
          </a:p>
          <a:p>
            <a:pPr>
              <a:defRPr sz="1600"/>
            </a:pPr>
            <a:r>
              <a:t>[析] 对照审计报告复现'3 高估 2 低估'的诊断过程</a:t>
            </a:r>
          </a:p>
          <a:p>
            <a:pPr>
              <a:defRPr sz="1600"/>
            </a:pPr>
            <a:r>
              <a:t>[评] 判定一条文档声称属于'已实现/虚标/低估'哪一类并给证据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企业情境:验收会上,甲方拿着项目申报书问'数据中台对其他服务的支撑做到了吗?'——文档写着满分,工程师必须拿出证据。今天你学会用审计方法回答这种问题。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抽查 2 组费曼卡;服务地图全班快评(1 分钟/组)。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需求→实现→验证的追溯链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需求条目(ID)→设计文档→代码模块→测试用例→运行证据</a:t>
            </a:r>
          </a:p>
          <a:p>
            <a:pPr>
              <a:defRPr sz="1600"/>
            </a:pPr>
            <a:r>
              <a:t>追溯矩阵断了=申报与实现脱节=验收翻车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审计方法论:文档 vs 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HSA 诚实自评铁律:自评按实情打分,禁虚标</a:t>
            </a:r>
          </a:p>
          <a:p>
            <a:pPr>
              <a:defRPr sz="1600"/>
            </a:pPr>
            <a:r>
              <a:t>'3 高估 2 低估'案例:数据中台(platform/edu 主题)曾在 Pulsar 上根本不存在</a:t>
            </a:r>
          </a:p>
          <a:p>
            <a:pPr>
              <a:defRPr sz="1600"/>
            </a:pPr>
            <a:r>
              <a:t>为什么多轮测试没发现?→5 个测试盲区(事件消费侧无人验、跨库、…)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用户故事与验收标准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作为&lt;角色&gt;我想&lt;能力&gt;以便&lt;价值&gt;;验收标准=Given/When/Then</a:t>
            </a:r>
          </a:p>
          <a:p>
            <a:pPr>
              <a:defRPr sz="1600"/>
            </a:pPr>
            <a:r>
              <a:t>写故事时同步想'这条怎么被测试'——追溯链从需求端就接上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读审计报告 — docs/AUDIT_DOC_VS_CODE_2026-10-24.md 全文精读,标出 3 高估 2 低估证据行</a:t>
            </a:r>
          </a:p>
          <a:p>
            <a:pPr>
              <a:defRPr sz="1600"/>
            </a:pPr>
            <a:r>
              <a:t>2. 2. 复核一条 — 任选一条声称(如'outbox 4/4'),给出复核命令与输出证据</a:t>
            </a:r>
          </a:p>
          <a:p>
            <a:pPr>
              <a:defRPr sz="1600"/>
            </a:pPr>
            <a:r>
              <a:t>3. 3. 写用户故事 — 为'学生查看自己的知识图谱'写 1 条故事+验收标准(引用真实端点)</a:t>
            </a:r>
          </a:p>
          <a:p>
            <a:pPr>
              <a:defRPr sz="1600"/>
            </a:pPr>
            <a:r>
              <a:t>4. 4. 对账表 — 组内产出 5 行对账表:声称/实际/证据/判定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能说出追溯矩阵五环节</a:t>
            </a:r>
          </a:p>
          <a:p>
            <a:pPr>
              <a:defRPr sz="1600"/>
            </a:pPr>
            <a:r>
              <a:t>[析] 对账表每行有命令级证据,非'目测'</a:t>
            </a:r>
          </a:p>
          <a:p>
            <a:pPr>
              <a:defRPr sz="1600"/>
            </a:pPr>
            <a:r>
              <a:t>[评] 能判定一条'文档说有但代码没有'的声称=虚标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讲题:向外行讲:为什么'测试都过了'不等于'需求都实现了'?(用审计报告的真实例子)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费曼卡#2:用一次'虚标'案例讲清 HSA 铁律的意义</a:t>
            </a:r>
          </a:p>
          <a:p>
            <a:pPr>
              <a:defRPr sz="1600"/>
            </a:pPr>
            <a:r>
              <a:t>完成 5 行对账表并附证据命令</a:t>
            </a:r>
          </a:p>
          <a:p>
            <a:pPr>
              <a:defRPr sz="1600"/>
            </a:pPr>
            <a:r>
              <a:t>评分点:对账表证据链质量(50%)+用户故事可测性(30%)+审计方法复述(20%)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