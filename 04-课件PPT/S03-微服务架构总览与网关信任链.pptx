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S03 微服务架构总览与网关信任链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《千人千面 AI 学习平台项目实战》双元制项目课程 | LF2 | 第 3 周 | 4 课时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布鲁姆目标(今天你要达到)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[解] 解释零信任:服务为何只信网关注入的头</a:t>
            </a:r>
          </a:p>
          <a:p>
            <a:pPr>
              <a:defRPr sz="1600"/>
            </a:pPr>
            <a:r>
              <a:t>[应] 复现 403→带头→200 的信任链实验</a:t>
            </a:r>
          </a:p>
          <a:p>
            <a:pPr>
              <a:defRPr sz="1600"/>
            </a:pPr>
            <a:r>
              <a:t>[析] 诊断'直连 403'到底是 bug 还是安全设计</a:t>
            </a:r>
          </a:p>
          <a:p>
            <a:pPr>
              <a:defRPr sz="1200" i="1"/>
            </a:pPr>
            <a:r>
              <a:t>评判标准:下课时你能做到,并讲给别人听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情境导入(真实工程)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企业情境:测试同学报障'tenant 接口 403,系统坏了!'——你上手一看,带头就好了。这是一次真实发生的事:区分'故障'与'安全设计'是工程师的必修课。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上节回顾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对账表收缴;抽 1 组展示证据行。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六步法节律(180min)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情境导入 20' → B 计划 10' → C 决策 5'</a:t>
            </a:r>
          </a:p>
          <a:p>
            <a:pPr>
              <a:defRPr sz="1600"/>
            </a:pPr>
            <a:r>
              <a:t>D 理论精讲 35' → E 实训实施 70'</a:t>
            </a:r>
          </a:p>
          <a:p>
            <a:pPr>
              <a:defRPr sz="1600"/>
            </a:pPr>
            <a:r>
              <a:t>F 检查 15' → G 评价+费曼讲台 25'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网关在微服务里的角色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nginx-gateway 统一入口:路由/鉴权/限流/注入身份头</a:t>
            </a:r>
          </a:p>
          <a:p>
            <a:pPr>
              <a:defRPr sz="1600"/>
            </a:pPr>
            <a:r>
              <a:t>上游服务不直接解析 JWT,而信任网关注入的 X-User-* 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信任链与零信任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HeaderAuthFilter 只信 X-Gateway-Verified=1(网关注入)</a:t>
            </a:r>
          </a:p>
          <a:p>
            <a:pPr>
              <a:defRPr sz="1600"/>
            </a:pPr>
            <a:r>
              <a:t>直连 NodePort 没有该头→403——这是设计,不是故障</a:t>
            </a:r>
          </a:p>
          <a:p>
            <a:pPr>
              <a:defRPr sz="1600"/>
            </a:pPr>
            <a:r>
              <a:t>推论:任何'带头就 200'的实验都在证明信任链在工作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知识建构 · NodePort 直连 vs 网关路径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NodePort:31826(iam)/31965(tenant)/31429(course) 调试通道</a:t>
            </a:r>
          </a:p>
          <a:p>
            <a:pPr>
              <a:defRPr sz="1600"/>
            </a:pPr>
            <a:r>
              <a:t>生产路径:经网关(带校验头)——两条路径的语义不同</a:t>
            </a:r>
          </a:p>
          <a:p>
            <a:pPr>
              <a:defRPr sz="1600"/>
            </a:pPr>
            <a:r>
              <a:t>调试纪律:测试结论必须注明'走了哪条路径'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实训任务(70min,双师巡回)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1. 1. 复现 403 — 不带 X-Gateway-Verified 直接 curl tenant 学分规则创建接口 → 403</a:t>
            </a:r>
          </a:p>
          <a:p>
            <a:pPr>
              <a:defRPr sz="1600"/>
            </a:pPr>
            <a:r>
              <a:t>2. 2. 带头对比 — 补 X-Gateway-Verified:1 + X-User-Roles:ROLE_SUPER_ADMIN → 200</a:t>
            </a:r>
          </a:p>
          <a:p>
            <a:pPr>
              <a:defRPr sz="1600"/>
            </a:pPr>
            <a:r>
              <a:t>3. 3. 写实验报告 — 记录两组请求/响应,结论:403=安全设计;规则创建无 DomainEvent 为遗留</a:t>
            </a:r>
          </a:p>
          <a:p>
            <a:pPr>
              <a:defRPr sz="1600"/>
            </a:pPr>
            <a:r>
              <a:t>4. 4. 反向测试 — 带头但角色为 ROLE_STUDENT → 应 403(授权仍然生效)</a:t>
            </a:r>
          </a:p>
          <a:p>
            <a:pPr>
              <a:defRPr sz="1200" i="1"/>
            </a:pPr>
            <a:r>
              <a:t>纪律:只提问不代写;证据必须留存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检查清单(15min 互查)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[应] 403/200/403 三组请求证据齐全</a:t>
            </a:r>
          </a:p>
          <a:p>
            <a:pPr>
              <a:defRPr sz="1600"/>
            </a:pPr>
            <a:r>
              <a:t>[析] 能说清 403 的判定发生在哪一层(Filter)</a:t>
            </a:r>
          </a:p>
          <a:p>
            <a:pPr>
              <a:defRPr sz="1600"/>
            </a:pPr>
            <a:r>
              <a:t>[评] 能把'安全设计 vs bug'判据写成一句话给测试同学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费曼讲台(15min)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讲题:给外行讲'为什么公司前台不让陌生人直接进办公室,但你带着工牌还得刷卡'类比信任链。</a:t>
            </a:r>
          </a:p>
          <a:p>
            <a:pPr>
              <a:defRPr sz="1600"/>
            </a:pPr>
            <a:r>
              <a:t>白纸讲授 6' → 追问 4' → 类比压缩 3'</a:t>
            </a:r>
          </a:p>
          <a:p>
            <a:pPr>
              <a:defRPr sz="1600"/>
            </a:pPr>
            <a:r>
              <a:t>讲不清=没学会;卡壳处就是回炉点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费曼卡#3:零信任一句话+类比图</a:t>
            </a:r>
          </a:p>
          <a:p>
            <a:pPr>
              <a:defRPr sz="1600"/>
            </a:pPr>
            <a:r>
              <a:t>实验报告补第 4 组反向测试证据</a:t>
            </a:r>
          </a:p>
          <a:p>
            <a:pPr>
              <a:defRPr sz="1600"/>
            </a:pPr>
            <a:r>
              <a:t>评分点:三组实验证据(50%)+报告结论准确(30%)+反向测试(20%)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