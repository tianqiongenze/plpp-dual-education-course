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S16 K8s 部署+压测+项目答辩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《千人千面 AI 学习平台项目实战》双元制项目课程 | LF8 | 第 16 周 | 4 课时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布鲁姆目标(今天你要达到)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[应] 执行一次部署与压测并产出报告</a:t>
            </a:r>
          </a:p>
          <a:p>
            <a:pPr>
              <a:defRPr sz="1600"/>
            </a:pPr>
            <a:r>
              <a:t>[评] 对他人架构用'四问'拷问并给出判据</a:t>
            </a:r>
          </a:p>
          <a:p>
            <a:pPr>
              <a:defRPr sz="1600"/>
            </a:pPr>
            <a:r>
              <a:t>[创] 完成 M4 总验收与费曼答辩</a:t>
            </a:r>
          </a:p>
          <a:p>
            <a:pPr>
              <a:defRPr sz="1200" i="1"/>
            </a:pPr>
            <a:r>
              <a:t>评判标准:下课时你能做到,并讲给别人听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情境导入(真实工程)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终局:企业验收日。上午压测出数,下午答辩——企业工程师坐镇评委席。你们的 16 周学徒期,今天交付。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上节回顾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全课程回顾(10 分钟时间线:从服务地图到压测报告)。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六步法节律(180min)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情境导入 20' → B 计划 10' → C 决策 5'</a:t>
            </a:r>
          </a:p>
          <a:p>
            <a:pPr>
              <a:defRPr sz="1600"/>
            </a:pPr>
            <a:r>
              <a:t>D 理论精讲 35' → E 实训实施 70'</a:t>
            </a:r>
          </a:p>
          <a:p>
            <a:pPr>
              <a:defRPr sz="1600"/>
            </a:pPr>
            <a:r>
              <a:t>F 检查 15' → G 评价+费曼讲台 25'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部署与容量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k8s/base 部署清单、NodePort 入口表;滚动更新与就绪探针</a:t>
            </a:r>
          </a:p>
          <a:p>
            <a:pPr>
              <a:defRPr sz="1600"/>
            </a:pPr>
            <a:r>
              <a:t>真实容量事故:磁盘 99%→DiskPressure→pod Pending→NodePort 拒连(builder prune 34GB+重启 kubelet 恢复)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压测方法论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K6/Locust:目标接口、阶梯加压、P95/错误率/吞吐三指标</a:t>
            </a:r>
          </a:p>
          <a:p>
            <a:pPr>
              <a:defRPr sz="1600"/>
            </a:pPr>
            <a:r>
              <a:t>10 万并发基线报告解读:哪个数字最可疑?如何复核?</a:t>
            </a:r>
          </a:p>
          <a:p>
            <a:pPr>
              <a:defRPr sz="1600"/>
            </a:pPr>
            <a:r>
              <a:t>压测纪律:先声明目标与通过线,再跑;报告附命令与原始输出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答辩规则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每</a:t>
            </a:r>
          </a:p>
          <a:p>
            <a:pPr>
              <a:defRPr sz="1600"/>
            </a:pPr>
            <a:r>
              <a:t>组</a:t>
            </a:r>
          </a:p>
          <a:p>
            <a:pPr>
              <a:defRPr sz="1600"/>
            </a:pPr>
            <a:r>
              <a:t> </a:t>
            </a:r>
          </a:p>
          <a:p>
            <a:pPr>
              <a:defRPr sz="1600"/>
            </a:pPr>
            <a:r>
              <a:t>8</a:t>
            </a:r>
          </a:p>
          <a:p>
            <a:pPr>
              <a:defRPr sz="1600"/>
            </a:pPr>
            <a:r>
              <a:t> </a:t>
            </a:r>
          </a:p>
          <a:p>
            <a:pPr>
              <a:defRPr sz="1600"/>
            </a:pPr>
            <a:r>
              <a:t>分</a:t>
            </a:r>
          </a:p>
          <a:p>
            <a:pPr>
              <a:defRPr sz="1600"/>
            </a:pPr>
            <a:r>
              <a:t>钟</a:t>
            </a:r>
          </a:p>
          <a:p>
            <a:pPr>
              <a:defRPr sz="1600"/>
            </a:pPr>
            <a:r>
              <a:t>(</a:t>
            </a:r>
          </a:p>
          <a:p>
            <a:pPr>
              <a:defRPr sz="1600"/>
            </a:pPr>
            <a:r>
              <a:t>白</a:t>
            </a:r>
          </a:p>
          <a:p>
            <a:pPr>
              <a:defRPr sz="1600"/>
            </a:pPr>
            <a:r>
              <a:t>板</a:t>
            </a:r>
          </a:p>
          <a:p>
            <a:pPr>
              <a:defRPr sz="1600"/>
            </a:pPr>
            <a:r>
              <a:t>讲</a:t>
            </a:r>
          </a:p>
          <a:p>
            <a:pPr>
              <a:defRPr sz="1600"/>
            </a:pPr>
            <a:r>
              <a:t>授</a:t>
            </a:r>
          </a:p>
          <a:p>
            <a:pPr>
              <a:defRPr sz="1600"/>
            </a:pPr>
            <a:r>
              <a:t>)</a:t>
            </a:r>
          </a:p>
          <a:p>
            <a:pPr>
              <a:defRPr sz="1600"/>
            </a:pPr>
            <a:r>
              <a:t>+</a:t>
            </a:r>
          </a:p>
          <a:p>
            <a:pPr>
              <a:defRPr sz="1600"/>
            </a:pPr>
            <a:r>
              <a:t>3</a:t>
            </a:r>
          </a:p>
          <a:p>
            <a:pPr>
              <a:defRPr sz="1600"/>
            </a:pPr>
            <a:r>
              <a:t> </a:t>
            </a:r>
          </a:p>
          <a:p>
            <a:pPr>
              <a:defRPr sz="1600"/>
            </a:pPr>
            <a:r>
              <a:t>分</a:t>
            </a:r>
          </a:p>
          <a:p>
            <a:pPr>
              <a:defRPr sz="1600"/>
            </a:pPr>
            <a:r>
              <a:t>钟</a:t>
            </a:r>
          </a:p>
          <a:p>
            <a:pPr>
              <a:defRPr sz="1600"/>
            </a:pPr>
            <a:r>
              <a:t>答</a:t>
            </a:r>
          </a:p>
          <a:p>
            <a:pPr>
              <a:defRPr sz="1600"/>
            </a:pPr>
            <a:r>
              <a:t>辩</a:t>
            </a:r>
          </a:p>
          <a:p>
            <a:pPr>
              <a:defRPr sz="1600"/>
            </a:pPr>
            <a:r>
              <a:t>;</a:t>
            </a:r>
          </a:p>
          <a:p>
            <a:pPr>
              <a:defRPr sz="1600"/>
            </a:pPr>
            <a:r>
              <a:t>抽</a:t>
            </a:r>
          </a:p>
          <a:p>
            <a:pPr>
              <a:defRPr sz="1600"/>
            </a:pPr>
            <a:r>
              <a:t>【</a:t>
            </a:r>
          </a:p>
          <a:p>
            <a:pPr>
              <a:defRPr sz="1600"/>
            </a:pPr>
            <a:r>
              <a:t>析</a:t>
            </a:r>
          </a:p>
          <a:p>
            <a:pPr>
              <a:defRPr sz="1600"/>
            </a:pPr>
            <a:r>
              <a:t>/</a:t>
            </a:r>
          </a:p>
          <a:p>
            <a:pPr>
              <a:defRPr sz="1600"/>
            </a:pPr>
            <a:r>
              <a:t>评</a:t>
            </a:r>
          </a:p>
          <a:p>
            <a:pPr>
              <a:defRPr sz="1600"/>
            </a:pPr>
            <a:r>
              <a:t>】</a:t>
            </a:r>
          </a:p>
          <a:p>
            <a:pPr>
              <a:defRPr sz="1600"/>
            </a:pPr>
            <a:r>
              <a:t>题</a:t>
            </a:r>
          </a:p>
          <a:p>
            <a:pPr>
              <a:defRPr sz="1600"/>
            </a:pPr>
            <a:r>
              <a:t>各</a:t>
            </a:r>
          </a:p>
          <a:p>
            <a:pPr>
              <a:defRPr sz="1600"/>
            </a:pPr>
            <a:r>
              <a:t> </a:t>
            </a:r>
          </a:p>
          <a:p>
            <a:pPr>
              <a:defRPr sz="1600"/>
            </a:pPr>
            <a:r>
              <a:t>1</a:t>
            </a:r>
          </a:p>
          <a:p>
            <a:pPr>
              <a:defRPr sz="1600"/>
            </a:pPr>
            <a:r>
              <a:t>;</a:t>
            </a:r>
          </a:p>
          <a:p>
            <a:pPr>
              <a:defRPr sz="1600"/>
            </a:pPr>
            <a:r>
              <a:t>企</a:t>
            </a:r>
          </a:p>
          <a:p>
            <a:pPr>
              <a:defRPr sz="1600"/>
            </a:pPr>
            <a:r>
              <a:t>业</a:t>
            </a:r>
          </a:p>
          <a:p>
            <a:pPr>
              <a:defRPr sz="1600"/>
            </a:pPr>
            <a:r>
              <a:t>工</a:t>
            </a:r>
          </a:p>
          <a:p>
            <a:pPr>
              <a:defRPr sz="1600"/>
            </a:pPr>
            <a:r>
              <a:t>程</a:t>
            </a:r>
          </a:p>
          <a:p>
            <a:pPr>
              <a:defRPr sz="1600"/>
            </a:pPr>
            <a:r>
              <a:t>师</a:t>
            </a:r>
          </a:p>
          <a:p>
            <a:pPr>
              <a:defRPr sz="1600"/>
            </a:pPr>
            <a:r>
              <a:t>主</a:t>
            </a:r>
          </a:p>
          <a:p>
            <a:pPr>
              <a:defRPr sz="1600"/>
            </a:pPr>
            <a:r>
              <a:t>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实训任务(70min,双师巡回)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1. 部署演练 — 教学租户内 rollout restart 某服务,观察滚动+探针</a:t>
            </a:r>
          </a:p>
          <a:p>
            <a:pPr>
              <a:defRPr sz="1600"/>
            </a:pPr>
            <a:r>
              <a:t>2. 2. 压测 — K6 跑 course 课程列表接口,阶梯 100→500→1000 虚拟用户</a:t>
            </a:r>
          </a:p>
          <a:p>
            <a:pPr>
              <a:defRPr sz="1600"/>
            </a:pPr>
            <a:r>
              <a:t>3. 3. 出报告 — P95/错误率/吞吐三指标+曲线图+一页结论</a:t>
            </a:r>
          </a:p>
          <a:p>
            <a:pPr>
              <a:defRPr sz="1600"/>
            </a:pPr>
            <a:r>
              <a:t>4. 4. M4 验收+答辩 — 里程碑验收;费曼抽签答辩;企业终评</a:t>
            </a:r>
          </a:p>
          <a:p>
            <a:pPr>
              <a:defRPr sz="1200" i="1"/>
            </a:pPr>
            <a:r>
              <a:t>纪律:只提问不代写;证据必须留存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检查清单(15min 互查)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[应] 压测报告三指标齐全且可复现</a:t>
            </a:r>
          </a:p>
          <a:p>
            <a:pPr>
              <a:defRPr sz="1600"/>
            </a:pPr>
            <a:r>
              <a:t>[评] 答辩中至少一次有效'四问'拷问或应答</a:t>
            </a:r>
          </a:p>
          <a:p>
            <a:pPr>
              <a:defRPr sz="1600"/>
            </a:pPr>
            <a:r>
              <a:t>[创] M4 交付物完整(报告+录屏+答辩)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费曼讲台(15min)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讲题:答辩本身即费曼终考:8 分钟向外行+评委讲清你 16 周最自豪的一个技术决策。</a:t>
            </a:r>
          </a:p>
          <a:p>
            <a:pPr>
              <a:defRPr sz="1600"/>
            </a:pPr>
            <a:r>
              <a:t>白纸讲授 6' → 追问 4' → 类比压缩 3'</a:t>
            </a:r>
          </a:p>
          <a:p>
            <a:pPr>
              <a:defRPr sz="1600"/>
            </a:pPr>
            <a:r>
              <a:t>讲不清=没学会;卡壳处就是回炉点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全部作业归档;组内'事故库/费曼卡'汇总成册</a:t>
            </a:r>
          </a:p>
          <a:p>
            <a:pPr>
              <a:defRPr sz="1600"/>
            </a:pPr>
            <a:r>
              <a:t>评分点:压测报告(30%)+M4 交付(30%)+答辩(40%,按考核方案细则)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