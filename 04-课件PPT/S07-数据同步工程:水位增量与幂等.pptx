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S07 数据同步工程:水位增量与幂等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LF3 | 第 7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运行 TiDB→CRDB 同步并验证行数对齐</a:t>
            </a:r>
          </a:p>
          <a:p>
            <a:pPr>
              <a:defRPr sz="1600"/>
            </a:pPr>
            <a:r>
              <a:t>[析] 剖析 _sync_meta 跨库事故:冒烟为何测不出</a:t>
            </a:r>
          </a:p>
          <a:p>
            <a:pPr>
              <a:defRPr sz="1600"/>
            </a:pPr>
            <a:r>
              <a:t>[创] 为同步脚本补一个此前缺失的防御性用例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企业情境:同步脚本本地单批测试全绿,一跑全量 main 路径必炸——_sync_meta 跨库坑。这是最近一次真实事故,今天你把根因修复链完整走一遍。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三组件类比抽查;宣布 M2 数据报告要求。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水位增量同步设计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watermark=上次同步到的 updated_at;只搬增量,省 90% 流量</a:t>
            </a:r>
          </a:p>
          <a:p>
            <a:pPr>
              <a:defRPr sz="1600"/>
            </a:pPr>
            <a:r>
              <a:t>幂等 upsert:ON CONFLICT DO UPDATE,重复跑结果一致</a:t>
            </a:r>
          </a:p>
          <a:p>
            <a:pPr>
              <a:defRPr sz="1600"/>
            </a:pPr>
            <a:r>
              <a:t>水位存哪?_sync_meta 表(固定在 defaultdb)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真实事故:三个连环坑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①逐行 execute 太慢→execute_values 批量(10-50x)</a:t>
            </a:r>
          </a:p>
          <a:p>
            <a:pPr>
              <a:defRPr sz="1600"/>
            </a:pPr>
            <a:r>
              <a:t>②CRDB 可串行化→SerializationFailure 需 8 次指数退避重试</a:t>
            </a:r>
          </a:p>
          <a:p>
            <a:pPr>
              <a:defRPr sz="1600"/>
            </a:pPr>
            <a:r>
              <a:t>③get_wm 拿着 teaching_db 连接查 defaultdb._sync_meta→UndefinedTable;单批冒烟不经过 wm 查询所以测不出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方法论:追踪真实执行路径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编译过/单测过≠全路径过;冒烟要覆盖 main 路径全部前置</a:t>
            </a:r>
          </a:p>
          <a:p>
            <a:pPr>
              <a:defRPr sz="1600"/>
            </a:pPr>
            <a:r>
              <a:t>CLC 铁律:写代码必须追踪真实执行路径而非语义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读脚本 — scripts/sync_tidb_to_crdb.py:定位 get_wm/set_wm/sync_table 三函数</a:t>
            </a:r>
          </a:p>
          <a:p>
            <a:pPr>
              <a:defRPr sz="1600"/>
            </a:pPr>
            <a:r>
              <a:t>2. 2. 破坏实验 — 临时把 defaultdb. 前缀去掉,跑 main 路径复现 UndefinedTable,再还原</a:t>
            </a:r>
          </a:p>
          <a:p>
            <a:pPr>
              <a:defRPr sz="1600"/>
            </a:pPr>
            <a:r>
              <a:t>3. 3. 真跑 — python scripts/sync_tidb_to_crdb.py --tables iam_db.users 增量跑,记录 0 行/耗时</a:t>
            </a:r>
          </a:p>
          <a:p>
            <a:pPr>
              <a:defRPr sz="1600"/>
            </a:pPr>
            <a:r>
              <a:t>4. 4. 对账 — 对比 TiDB 与 CRDB 行数,产出对账表(附查询输出)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增量同步运行证据+对账表齐全</a:t>
            </a:r>
          </a:p>
          <a:p>
            <a:pPr>
              <a:defRPr sz="1600"/>
            </a:pPr>
            <a:r>
              <a:t>[析] 能画出 get_wm 调用链并标出事故点</a:t>
            </a:r>
          </a:p>
          <a:p>
            <a:pPr>
              <a:defRPr sz="1600"/>
            </a:pPr>
            <a:r>
              <a:t>[创] 补一个'连接库与水位表库不一致'的防御断言用例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讲题:向外行讲:为什么'抽样检测合格'的货车仍可能整车不合格?(全路径 vs 冒烟)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费曼卡#7:冒烟 vs 全路径 200 字</a:t>
            </a:r>
          </a:p>
          <a:p>
            <a:pPr>
              <a:defRPr sz="1600"/>
            </a:pPr>
            <a:r>
              <a:t>提交防御断言的 diff(组内 PR)</a:t>
            </a:r>
          </a:p>
          <a:p>
            <a:pPr>
              <a:defRPr sz="1600"/>
            </a:pPr>
            <a:r>
              <a:t>评分点:事故剖析深度(40%)+对账证据(40%)+防御用例(20%)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