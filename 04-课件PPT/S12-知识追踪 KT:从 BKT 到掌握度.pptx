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S12 知识追踪 KT:从 BKT 到掌握度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LF6 | 第 12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解释 BKT 四参数(初始/学会/猜测/失误)直觉含义</a:t>
            </a:r>
          </a:p>
          <a:p>
            <a:pPr>
              <a:defRPr sz="1600"/>
            </a:pPr>
            <a:r>
              <a:t>[应] 查询 KT 掌握度接口并解读返回</a:t>
            </a:r>
          </a:p>
          <a:p>
            <a:pPr>
              <a:defRPr sz="1600"/>
            </a:pPr>
            <a:r>
              <a:t>[析] 分析'行为事件→掌握度更新'的数据流依赖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企业情境:教务问'平台的掌握度到底怎么算出来的?敢不敢拿去分班?'——你要能用一句话+一个公式讲清模型,并用真实接口演示数据从哪来。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事件链排查表互评;M3 里程碑评审会(本周课内完成)。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知识追踪做什么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输入:答题/学习行为序列;输出:每个知识点的掌握概率 P(掌握)</a:t>
            </a:r>
          </a:p>
          <a:p>
            <a:pPr>
              <a:defRPr sz="1600"/>
            </a:pPr>
            <a:r>
              <a:t>教育意义:驱动个性化路径/推荐——千人千面的'千人千面'就在这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BKT 四参数直觉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P_init 初始掌握 / P_trans 学一次就会 / P_guess 不会也蒙对 / P_slip 会了也失误</a:t>
            </a:r>
          </a:p>
          <a:p>
            <a:pPr>
              <a:defRPr sz="1600"/>
            </a:pPr>
            <a:r>
              <a:t>更新:P(掌握|新证据)按贝叶斯修正——对/错答案都更新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平台实现与数据源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kt-service:/kt/mastery 查询、/kt/events 写入、/kt/memory-graph</a:t>
            </a:r>
          </a:p>
          <a:p>
            <a:pPr>
              <a:defRPr sz="1600"/>
            </a:pPr>
            <a:r>
              <a:t>数据源=LF5 的行为事件链——没有事件流,KT 就没饭吃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M3 评审会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小</a:t>
            </a:r>
          </a:p>
          <a:p>
            <a:pPr>
              <a:defRPr sz="1600"/>
            </a:pPr>
            <a:r>
              <a:t>组</a:t>
            </a:r>
          </a:p>
          <a:p>
            <a:pPr>
              <a:defRPr sz="1600"/>
            </a:pPr>
            <a:r>
              <a:t>演</a:t>
            </a:r>
          </a:p>
          <a:p>
            <a:pPr>
              <a:defRPr sz="1600"/>
            </a:pPr>
            <a:r>
              <a:t>示</a:t>
            </a:r>
          </a:p>
          <a:p>
            <a:pPr>
              <a:defRPr sz="1600"/>
            </a:pPr>
            <a:r>
              <a:t> </a:t>
            </a:r>
          </a:p>
          <a:p>
            <a:pPr>
              <a:defRPr sz="1600"/>
            </a:pPr>
            <a:r>
              <a:t>A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 </a:t>
            </a:r>
          </a:p>
          <a:p>
            <a:pPr>
              <a:defRPr sz="1600"/>
            </a:pPr>
            <a:r>
              <a:t>功</a:t>
            </a:r>
          </a:p>
          <a:p>
            <a:pPr>
              <a:defRPr sz="1600"/>
            </a:pPr>
            <a:r>
              <a:t>能</a:t>
            </a:r>
          </a:p>
          <a:p>
            <a:pPr>
              <a:defRPr sz="1600"/>
            </a:pPr>
            <a:r>
              <a:t>链</a:t>
            </a:r>
          </a:p>
          <a:p>
            <a:pPr>
              <a:defRPr sz="1600"/>
            </a:pPr>
            <a:r>
              <a:t>;</a:t>
            </a:r>
          </a:p>
          <a:p>
            <a:pPr>
              <a:defRPr sz="1600"/>
            </a:pPr>
            <a:r>
              <a:t>工</a:t>
            </a:r>
          </a:p>
          <a:p>
            <a:pPr>
              <a:defRPr sz="1600"/>
            </a:pPr>
            <a:r>
              <a:t>程</a:t>
            </a:r>
          </a:p>
          <a:p>
            <a:pPr>
              <a:defRPr sz="1600"/>
            </a:pPr>
            <a:r>
              <a:t>师</a:t>
            </a:r>
          </a:p>
          <a:p>
            <a:pPr>
              <a:defRPr sz="1600"/>
            </a:pPr>
            <a:r>
              <a:t>维</a:t>
            </a:r>
          </a:p>
          <a:p>
            <a:pPr>
              <a:defRPr sz="1600"/>
            </a:pPr>
            <a:r>
              <a:t>度</a:t>
            </a:r>
          </a:p>
          <a:p>
            <a:pPr>
              <a:defRPr sz="1600"/>
            </a:pPr>
            <a:r>
              <a:t>评</a:t>
            </a:r>
          </a:p>
          <a:p>
            <a:pPr>
              <a:defRPr sz="1600"/>
            </a:pPr>
            <a:r>
              <a:t>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查掌握度 — GET /kt/mastery?studentId=...&amp;courseId=... 记录返回结构</a:t>
            </a:r>
          </a:p>
          <a:p>
            <a:pPr>
              <a:defRPr sz="1600"/>
            </a:pPr>
            <a:r>
              <a:t>2. 2. 造证据 — 触发 2 次学习行为(接 S11),再看掌握度/事件数变化</a:t>
            </a:r>
          </a:p>
          <a:p>
            <a:pPr>
              <a:defRPr sz="1600"/>
            </a:pPr>
            <a:r>
              <a:t>3. 3. 参数卡 — 组内画 BKT 四参数直觉卡(每参数一个生活例子)</a:t>
            </a:r>
          </a:p>
          <a:p>
            <a:pPr>
              <a:defRPr sz="1600"/>
            </a:pPr>
            <a:r>
              <a:t>4. 4. 依赖分析 — 画出'掌握度'的上游依赖链,标出单点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接口调用与解读留证</a:t>
            </a:r>
          </a:p>
          <a:p>
            <a:pPr>
              <a:defRPr sz="1600"/>
            </a:pPr>
            <a:r>
              <a:t>[析] 能说清缺事件流时掌握度为何失真</a:t>
            </a:r>
          </a:p>
          <a:p>
            <a:pPr>
              <a:defRPr sz="1600"/>
            </a:pPr>
            <a:r>
              <a:t>[解] 四参数直觉各配一个例子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讲题:用'猜你还不会吗'四问(本来会吗/学一次会吗/蒙对吗/手滑吗)讲 BKT,外行能复述为过关。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费曼卡#12:BKT 四问卡</a:t>
            </a:r>
          </a:p>
          <a:p>
            <a:pPr>
              <a:defRPr sz="1600"/>
            </a:pPr>
            <a:r>
              <a:t>依赖链图(标单点)</a:t>
            </a:r>
          </a:p>
          <a:p>
            <a:pPr>
              <a:defRPr sz="1600"/>
            </a:pPr>
            <a:r>
              <a:t>评分点:接口证据(30%)+参数直觉卡(40%)+依赖分析(30%)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