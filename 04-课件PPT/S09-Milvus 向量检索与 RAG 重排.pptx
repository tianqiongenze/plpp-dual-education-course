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S09 Milvus 向量检索与 RAG 重排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《千人千面 AI 学习平台项目实战》双元制项目课程 | LF4 | 第 9 周 | 4 课时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布鲁姆目标(今天你要达到)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[解] 解释'召回-重排'两段式与 embedding 的语义检索原理</a:t>
            </a:r>
          </a:p>
          <a:p>
            <a:pPr>
              <a:defRPr sz="1600"/>
            </a:pPr>
            <a:r>
              <a:t>[应] 执行 KB 在线评测并解读 Recall/MRR/nDCG</a:t>
            </a:r>
          </a:p>
          <a:p>
            <a:pPr>
              <a:defRPr sz="1600"/>
            </a:pPr>
            <a:r>
              <a:t>[析] 诊断一次'检索不准'该怪召回还是怪重排</a:t>
            </a:r>
          </a:p>
          <a:p>
            <a:pPr>
              <a:defRPr sz="1200" i="1"/>
            </a:pPr>
            <a:r>
              <a:t>评判标准:下课时你能做到,并讲给别人听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情境导入(真实工程)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企业情境:教研老师投诉'搜 RSA 教学案例,返回的全是无关内容'。你要用评测数据回答:系统到底准不准?不准在哪一段?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上节回顾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图谱 STATS 对齐抽查;M2 数据报告讲评。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六步法节律(180min)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情境导入 20' → B 计划 10' → C 决策 5'</a:t>
            </a:r>
          </a:p>
          <a:p>
            <a:pPr>
              <a:defRPr sz="1600"/>
            </a:pPr>
            <a:r>
              <a:t>D 理论精讲 35' → E 实训实施 70'</a:t>
            </a:r>
          </a:p>
          <a:p>
            <a:pPr>
              <a:defRPr sz="1600"/>
            </a:pPr>
            <a:r>
              <a:t>F 检查 15' → G 评价+费曼讲台 25'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知识建构 · 向量检索原理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文本→embedding 向量;语义相近=向量距离近(余弦)</a:t>
            </a:r>
          </a:p>
          <a:p>
            <a:pPr>
              <a:defRPr sz="1600"/>
            </a:pPr>
            <a:r>
              <a:t>Milvus=向量数据库:edu_resources 集合,360 知识点灌库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知识建构 · 召回-重排两段式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召回(vector-reranker /internal/search):宽召回 topK</a:t>
            </a:r>
          </a:p>
          <a:p>
            <a:pPr>
              <a:defRPr sz="1600"/>
            </a:pPr>
            <a:r>
              <a:t>重排(reranker 精排):相关性重打分——宽进严出</a:t>
            </a:r>
          </a:p>
          <a:p>
            <a:pPr>
              <a:defRPr sz="1600"/>
            </a:pPr>
            <a:r>
              <a:t>降级链:reranker 挂→退回纯召回(降级安全)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知识建构 · 如何量化'准'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在线标注集 45 条;/internal/eval 三指标</a:t>
            </a:r>
          </a:p>
          <a:p>
            <a:pPr>
              <a:defRPr sz="1600"/>
            </a:pPr>
            <a:r>
              <a:t>基线:Recall 1.0 / MRR 0.933 / nDCG 0.951</a:t>
            </a:r>
          </a:p>
          <a:p>
            <a:pPr>
              <a:defRPr sz="1600"/>
            </a:pPr>
            <a:r>
              <a:t>Recall=该找到的找到了吗;MRR=对的排多前;nDCG=整体排序质量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实训任务(70min,双师巡回)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1. 1. 体验检索 — POST reranker /internal/search, query='RSA 教学案例', 看返回</a:t>
            </a:r>
          </a:p>
          <a:p>
            <a:pPr>
              <a:defRPr sz="1600"/>
            </a:pPr>
            <a:r>
              <a:t>2. 2. 跑评测 — 执行 /internal/eval,记录三指标与基线对比</a:t>
            </a:r>
          </a:p>
          <a:p>
            <a:pPr>
              <a:defRPr sz="1600"/>
            </a:pPr>
            <a:r>
              <a:t>3. 3. 诊断实验 — 换 3 个偏题 query,观察指标波动,定位是召回弱还是排序弱</a:t>
            </a:r>
          </a:p>
          <a:p>
            <a:pPr>
              <a:defRPr sz="1600"/>
            </a:pPr>
            <a:r>
              <a:t>4. 4. 报告 — 产出 1 页《检索质量报告》:指标+诊断+1 条改进建议</a:t>
            </a:r>
          </a:p>
          <a:p>
            <a:pPr>
              <a:defRPr sz="1200" i="1"/>
            </a:pPr>
            <a:r>
              <a:t>纪律:只提问不代写;证据必须留存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检查清单(15min 互查)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[应] 评测命令与指标输出留证</a:t>
            </a:r>
          </a:p>
          <a:p>
            <a:pPr>
              <a:defRPr sz="1600"/>
            </a:pPr>
            <a:r>
              <a:t>[析] 能用指标变化定位问题段(召回/重排)</a:t>
            </a:r>
          </a:p>
          <a:p>
            <a:pPr>
              <a:defRPr sz="1600"/>
            </a:pPr>
            <a:r>
              <a:t>[解] 两段式流程图过关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费曼讲台(15min)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讲题:用'图书馆先按主题拉一车书(召回),管理员再挑最相关的三本放你桌上(重排)'讲两段式。</a:t>
            </a:r>
          </a:p>
          <a:p>
            <a:pPr>
              <a:defRPr sz="1600"/>
            </a:pPr>
            <a:r>
              <a:t>白纸讲授 6' → 追问 4' → 类比压缩 3'</a:t>
            </a:r>
          </a:p>
          <a:p>
            <a:pPr>
              <a:defRPr sz="1600"/>
            </a:pPr>
            <a:r>
              <a:t>讲不清=没学会;卡壳处就是回炉点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费曼卡#9:两段式 200 字+手绘图</a:t>
            </a:r>
          </a:p>
          <a:p>
            <a:pPr>
              <a:defRPr sz="1600"/>
            </a:pPr>
            <a:r>
              <a:t>检索质量报告 1 页</a:t>
            </a:r>
          </a:p>
          <a:p>
            <a:pPr>
              <a:defRPr sz="1600"/>
            </a:pPr>
            <a:r>
              <a:t>评分点:指标解读准确性(40%)+诊断逻辑(40%)+报告(20%)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