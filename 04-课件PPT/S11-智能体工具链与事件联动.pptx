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S11 智能体工具链与事件联动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LF5 | 第 11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[析] 从'事件没到 KT'现象出发逐跳排查四段链路</a:t>
            </a:r>
          </a:p>
          <a:p>
            <a:pPr>
              <a:defRPr sz="1600"/>
            </a:pPr>
            <a:r>
              <a:t>[应] 发布一次学习行为事件并验证 KT 计数递增</a:t>
            </a:r>
          </a:p>
          <a:p>
            <a:pPr>
              <a:defRPr sz="1600"/>
            </a:pPr>
            <a:r>
              <a:t>[解] 解释 fail-soft 生产者设计:为什么事件失败不崩主流程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企业情境:数据同学反馈'KT 的 l1 事件数不动了'。链路跨三个服务(agent→Pulsar→teaching→KT),谁知道断在哪?今天你学会'逐跳排查法'——并让它动起来。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通道图快评;M3 演示要求宣布。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智能体四工具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edu_tools:检索/RAG、query_knowledge_graph、掌握度、学习路径</a:t>
            </a:r>
          </a:p>
          <a:p>
            <a:pPr>
              <a:defRPr sz="1600"/>
            </a:pPr>
            <a:r>
              <a:t>工具=LLM 的'手':先选工具再执行再汇总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行为事件链(端到端)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agent behavior.py:学生行为→publish_learning_behavior(fail-soft)</a:t>
            </a:r>
          </a:p>
          <a:p>
            <a:pPr>
              <a:defRPr sz="1600"/>
            </a:pPr>
            <a:r>
              <a:t>Pulsar topic(platform/edu 主题族)→teaching LearningBehaviorListener(teaching-mastery-sub)</a:t>
            </a:r>
          </a:p>
          <a:p>
            <a:pPr>
              <a:defRPr sz="1600"/>
            </a:pPr>
            <a:r>
              <a:t>→POST kt /kt/events→KT 计数(l1EventCount)递增——真实验证值 l1=2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fail-soft 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生产者发送失败:记日志+走降级,绝不抛异常打断主学习流程</a:t>
            </a:r>
          </a:p>
          <a:p>
            <a:pPr>
              <a:defRPr sz="1600"/>
            </a:pPr>
            <a:r>
              <a:t>对照:fire-and-forget 的三种坏(sendAsync 悬空/队列满静默丢/失败仅 warn)——LF7 深挖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读生产者 — agent behavior.py:定位 topic 名与 fail-soft 分支</a:t>
            </a:r>
          </a:p>
          <a:p>
            <a:pPr>
              <a:defRPr sz="1600"/>
            </a:pPr>
            <a:r>
              <a:t>2. 2. 发事件 — 触发/手工发布一条学习行为事件</a:t>
            </a:r>
          </a:p>
          <a:p>
            <a:pPr>
              <a:defRPr sz="1600"/>
            </a:pPr>
            <a:r>
              <a:t>3. 3. 验证下游 — 查 KT l1EventCount 前后对比(应+1)</a:t>
            </a:r>
          </a:p>
          <a:p>
            <a:pPr>
              <a:defRPr sz="1600"/>
            </a:pPr>
            <a:r>
              <a:t>4. 4. 排查演练 — 教师注入一处断点(改 topic 名),小组用逐跳法定位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l1 递增证据(前后值截图)</a:t>
            </a:r>
          </a:p>
          <a:p>
            <a:pPr>
              <a:defRPr sz="1600"/>
            </a:pPr>
            <a:r>
              <a:t>[析] 逐跳排查表:每跳'预期/实际/判定'</a:t>
            </a:r>
          </a:p>
          <a:p>
            <a:pPr>
              <a:defRPr sz="1600"/>
            </a:pPr>
            <a:r>
              <a:t>[解] fail-soft 与 fire-and-forget 区别口头过关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讲题:用'快递链:商家发货(producer)→物流(topic)→驿站(listener)→签收(KT)'讲事件链,并说明哪一环最容易'丢件'。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费曼卡#11:事件链+丢件点 200 字</a:t>
            </a:r>
          </a:p>
          <a:p>
            <a:pPr>
              <a:defRPr sz="1600"/>
            </a:pPr>
            <a:r>
              <a:t>逐跳排查表归档</a:t>
            </a:r>
          </a:p>
          <a:p>
            <a:pPr>
              <a:defRPr sz="1600"/>
            </a:pPr>
            <a:r>
              <a:t>评分点:递增证据(40%)+排查表质量(40%)+链路讲解(20%)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