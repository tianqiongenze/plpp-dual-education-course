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S10 LLM 编排与智能体骨架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LF5 | 第 10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 agent-service 的工具调用机制与 fallback 链</a:t>
            </a:r>
          </a:p>
          <a:p>
            <a:pPr>
              <a:defRPr sz="1600"/>
            </a:pPr>
            <a:r>
              <a:t>[应] 完成 LLM 通道配置切换(ollama 直连)并跑通对话</a:t>
            </a:r>
          </a:p>
          <a:p>
            <a:pPr>
              <a:defRPr sz="1600"/>
            </a:pPr>
            <a:r>
              <a:t>[析] 复盘 litellm 基座事故:何时该绕行而非硬修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企业情境:大模型网关 litellm 的数据库迁移卡死 600 秒,pod 反复崩溃。全组都在等它好——但业务等不起。真实决策:业务改走 ollama 直连,基座问题诚实挂起。今天复盘这个'绕行决策'。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检索报告快评;费曼卡抽查。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LLM 服务链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应用层(agent/ai)→LLM 网关(litellm,多供应商路由)→推理(ollama qwen2.5:14b)</a:t>
            </a:r>
          </a:p>
          <a:p>
            <a:pPr>
              <a:defRPr sz="1600"/>
            </a:pPr>
            <a:r>
              <a:t>配置在 configmap-secret.yaml:LLM_BASE_URL/LLM_MODEL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fallback 与降级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config.build_llm(with_fallbacks):主模型挂→备用模型顶上</a:t>
            </a:r>
          </a:p>
          <a:p>
            <a:pPr>
              <a:defRPr sz="1600"/>
            </a:pPr>
            <a:r>
              <a:t>韧性视角:LLM 也是'外部依赖',同样要超时/重试/降级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真实事故:litellm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DATABASE_URL 注入→Prisma CLI 工具链 600s 超时→CrashLoop→回滚</a:t>
            </a:r>
          </a:p>
          <a:p>
            <a:pPr>
              <a:defRPr sz="1600"/>
            </a:pPr>
            <a:r>
              <a:t>决策依据:主链不依赖 litellm(直连 ollama)→先绕行,基座问题挂账</a:t>
            </a:r>
          </a:p>
          <a:p>
            <a:pPr>
              <a:defRPr sz="1600"/>
            </a:pPr>
            <a:r>
              <a:t>诚实挂起≠放弃:记录根因+后续方案(pre-migration Job/官方镜像)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成本意识(LCO 三层缓存)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L1 精确缓存/L2 语义缓存/L3 知识图谱——省 40%+ 成本</a:t>
            </a:r>
          </a:p>
          <a:p>
            <a:pPr>
              <a:defRPr sz="1600"/>
            </a:pPr>
            <a:r>
              <a:t>缓存命中必须透传元数据(cache_hit/cache_layer)供监控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看配置 — 读 configmap-secret.yaml 的 LLM_* 三键,画通道图</a:t>
            </a:r>
          </a:p>
          <a:p>
            <a:pPr>
              <a:defRPr sz="1600"/>
            </a:pPr>
            <a:r>
              <a:t>2. 2. 切通道 — (教学租户)LLM_BASE_URL 指向 ollama-worker,重启 agent pod</a:t>
            </a:r>
          </a:p>
          <a:p>
            <a:pPr>
              <a:defRPr sz="1600"/>
            </a:pPr>
            <a:r>
              <a:t>3. 3. 跑对话 — 经 agent 助手发起一次问答,确认响应与模型名</a:t>
            </a:r>
          </a:p>
          <a:p>
            <a:pPr>
              <a:defRPr sz="1600"/>
            </a:pPr>
            <a:r>
              <a:t>4. 4. 复盘卡 — litellm 事故卡:现象/根因/决策/挂账方案四栏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切换后对话成功证据(响应截图)</a:t>
            </a:r>
          </a:p>
          <a:p>
            <a:pPr>
              <a:defRPr sz="1600"/>
            </a:pPr>
            <a:r>
              <a:t>[析] 能说清'绕行 vs 硬修'的判断依据(爆炸半径/主链影响)</a:t>
            </a:r>
          </a:p>
          <a:p>
            <a:pPr>
              <a:defRPr sz="1600"/>
            </a:pPr>
            <a:r>
              <a:t>[解] fallback 链机制口头过关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讲题:给外行讲'大模型网关'像'旅行社':你只说要去哪,它帮你选航班,航班取消还能改签(fallback)。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费曼卡#10:网关类比 200 字</a:t>
            </a:r>
          </a:p>
          <a:p>
            <a:pPr>
              <a:defRPr sz="1600"/>
            </a:pPr>
            <a:r>
              <a:t>事故卡归档+通道图拍照</a:t>
            </a:r>
          </a:p>
          <a:p>
            <a:pPr>
              <a:defRPr sz="1600"/>
            </a:pPr>
            <a:r>
              <a:t>评分点:切换实操(40%)+决策复盘(40%)+类比(20%)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