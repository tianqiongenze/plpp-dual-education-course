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S08 NebulaGraph 知识图谱实战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《千人千面 AI 学习平台项目实战》双元制项目课程 | LF4 | 第 8 周 | 4 课时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布鲁姆目标(今天你要达到)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[解] 解释图 space/tag/edge 模型与 host/space 关系</a:t>
            </a:r>
          </a:p>
          <a:p>
            <a:pPr>
              <a:defRPr sz="1600"/>
            </a:pPr>
            <a:r>
              <a:t>[应] 完成 kg33618 schema+seed 灌数并 STATS 验证</a:t>
            </a:r>
          </a:p>
          <a:p>
            <a:pPr>
              <a:defRPr sz="1600"/>
            </a:pPr>
            <a:r>
              <a:t>[析] 解释 course 端点与 Nebula 图谱'同契约不同源'</a:t>
            </a:r>
          </a:p>
          <a:p>
            <a:pPr>
              <a:defRPr sz="1200" i="1"/>
            </a:pPr>
            <a:r>
              <a:t>评判标准:下课时你能做到,并讲给别人听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情境导入(真实工程)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企业情境:'33618 产业知识图谱'要支撑智能体的岗位推荐,但存储节点失联导致数据全丢。今天你重建它——包括真实世界的 host 失联处理。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上节回顾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同步对账表收缴;T1 测验(20 分钟,随后讲评)。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六步法节律(180min)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情境导入 20' → B 计划 10' → C 决策 5'</a:t>
            </a:r>
          </a:p>
          <a:p>
            <a:pPr>
              <a:defRPr sz="1600"/>
            </a:pPr>
            <a:r>
              <a:t>D 理论精讲 35' → E 实训实施 70'</a:t>
            </a:r>
          </a:p>
          <a:p>
            <a:pPr>
              <a:defRPr sz="1600"/>
            </a:pPr>
            <a:r>
              <a:t>F 检查 15' → G 评价+费曼讲台 25'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知识建构 · NebulaGraph 模型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Space(图空间)→ Tag(顶点类型)→ Edge(边类型,有向)</a:t>
            </a:r>
          </a:p>
          <a:p>
            <a:pPr>
              <a:defRPr sz="1600"/>
            </a:pPr>
            <a:r>
              <a:t>kg33618:industry(14)/knowledge_point(271)/post(50);边:prerequisite 221/requires 271/belongs_to 50/relates_to 48</a:t>
            </a:r>
          </a:p>
          <a:p>
            <a:pPr>
              <a:defRPr sz="1600"/>
            </a:pPr>
            <a:r>
              <a:t>vid=FIXED_STRING(64), partition 10, replica 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知识建构 · 运维现实:host 与数据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数据分区挂在 storage host 上;host 失联=分区不可用=查询超时</a:t>
            </a:r>
          </a:p>
          <a:p>
            <a:pPr>
              <a:defRPr sz="1600"/>
            </a:pPr>
            <a:r>
              <a:t>真实处置:DROP SPACE+DROP HOSTS 清失联节点→重建→重灌</a:t>
            </a:r>
          </a:p>
          <a:p>
            <a:pPr>
              <a:defRPr sz="1600"/>
            </a:pPr>
            <a:r>
              <a:t>灌数坑:console -f 不认 -- 注释;python 执行器逐条 USE 前缀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知识建构 · 两条图谱链路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course /knowledge/graph=关系型实现(course_db 知识点表)</a:t>
            </a:r>
          </a:p>
          <a:p>
            <a:pPr>
              <a:defRPr sz="1600"/>
            </a:pPr>
            <a:r>
              <a:t>Nebula kg33618 由 agent edu_tools.query_knowledge_graph 消费——同契约不同源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知识建构 · T1 测验(前 20 分钟)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K</a:t>
            </a:r>
          </a:p>
          <a:p>
            <a:pPr>
              <a:defRPr sz="1600"/>
            </a:pPr>
            <a:r>
              <a:t>1</a:t>
            </a:r>
          </a:p>
          <a:p>
            <a:pPr>
              <a:defRPr sz="1600"/>
            </a:pPr>
            <a:r>
              <a:t>-</a:t>
            </a:r>
          </a:p>
          <a:p>
            <a:pPr>
              <a:defRPr sz="1600"/>
            </a:pPr>
            <a:r>
              <a:t>K</a:t>
            </a:r>
          </a:p>
          <a:p>
            <a:pPr>
              <a:defRPr sz="1600"/>
            </a:pPr>
            <a:r>
              <a:t>5</a:t>
            </a:r>
          </a:p>
          <a:p>
            <a:pPr>
              <a:defRPr sz="1600"/>
            </a:pPr>
            <a:r>
              <a:t> </a:t>
            </a:r>
          </a:p>
          <a:p>
            <a:pPr>
              <a:defRPr sz="1600"/>
            </a:pPr>
            <a:r>
              <a:t>记</a:t>
            </a:r>
          </a:p>
          <a:p>
            <a:pPr>
              <a:defRPr sz="1600"/>
            </a:pPr>
            <a:r>
              <a:t>忆</a:t>
            </a:r>
          </a:p>
          <a:p>
            <a:pPr>
              <a:defRPr sz="1600"/>
            </a:pPr>
            <a:r>
              <a:t>理</a:t>
            </a:r>
          </a:p>
          <a:p>
            <a:pPr>
              <a:defRPr sz="1600"/>
            </a:pPr>
            <a:r>
              <a:t>解</a:t>
            </a:r>
          </a:p>
          <a:p>
            <a:pPr>
              <a:defRPr sz="1600"/>
            </a:pPr>
            <a:r>
              <a:t>层</a:t>
            </a:r>
          </a:p>
          <a:p>
            <a:pPr>
              <a:defRPr sz="1600"/>
            </a:pPr>
            <a:r>
              <a:t> </a:t>
            </a:r>
          </a:p>
          <a:p>
            <a:pPr>
              <a:defRPr sz="1600"/>
            </a:pPr>
            <a:r>
              <a:t>2</a:t>
            </a:r>
          </a:p>
          <a:p>
            <a:pPr>
              <a:defRPr sz="1600"/>
            </a:pPr>
            <a:r>
              <a:t>0</a:t>
            </a:r>
          </a:p>
          <a:p>
            <a:pPr>
              <a:defRPr sz="1600"/>
            </a:pPr>
            <a:r>
              <a:t> </a:t>
            </a:r>
          </a:p>
          <a:p>
            <a:pPr>
              <a:defRPr sz="1600"/>
            </a:pPr>
            <a:r>
              <a:t>题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实训任务(70min,双师巡回)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1. 1. 建会话 — kg-loader pod 内 python 执行器连 graphd:9669</a:t>
            </a:r>
          </a:p>
          <a:p>
            <a:pPr>
              <a:defRPr sz="1600"/>
            </a:pPr>
            <a:r>
              <a:t>2. 2. 灌 schema — 执行 schema.ngql(USE 前缀修复版),目标 fail=0</a:t>
            </a:r>
          </a:p>
          <a:p>
            <a:pPr>
              <a:defRPr sz="1600"/>
            </a:pPr>
            <a:r>
              <a:t>3. 3. 灌 seed — 执行 seed_33618.ngql,fail=0</a:t>
            </a:r>
          </a:p>
          <a:p>
            <a:pPr>
              <a:defRPr sz="1600"/>
            </a:pPr>
            <a:r>
              <a:t>4. 4. 验证 — SUBMIT JOB STATS→SHOW STATS:335/590;MATCH 按名查'CAN总线报文解析'</a:t>
            </a:r>
          </a:p>
          <a:p>
            <a:pPr>
              <a:defRPr sz="1200" i="1"/>
            </a:pPr>
            <a:r>
              <a:t>纪律:只提问不代写;证据必须留存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检查清单(15min 互查)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[应] STATS 输出与基准一致</a:t>
            </a:r>
          </a:p>
          <a:p>
            <a:pPr>
              <a:defRPr sz="1600"/>
            </a:pPr>
            <a:r>
              <a:t>[析] 能解释'为什么 MATCH 超时要先查 host 状态'</a:t>
            </a:r>
          </a:p>
          <a:p>
            <a:pPr>
              <a:defRPr sz="1600"/>
            </a:pPr>
            <a:r>
              <a:t>[解] space/tag/edge 三级模型口头过关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费曼讲台(15min)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讲题:用'地铁线路图(点=站,边=线路关系)'类比图谱,并讲清图谱 vs 关系表各擅长什么。</a:t>
            </a:r>
          </a:p>
          <a:p>
            <a:pPr>
              <a:defRPr sz="1600"/>
            </a:pPr>
            <a:r>
              <a:t>白纸讲授 6' → 追问 4' → 类比压缩 3'</a:t>
            </a:r>
          </a:p>
          <a:p>
            <a:pPr>
              <a:defRPr sz="1600"/>
            </a:pPr>
            <a:r>
              <a:t>讲不清=没学会;卡壳处就是回炉点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课后作业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费曼卡#8:图谱 vs 关系表 200 字</a:t>
            </a:r>
          </a:p>
          <a:p>
            <a:pPr>
              <a:defRPr sz="1600"/>
            </a:pPr>
            <a:r>
              <a:t>STATS 验证截图+一条自选 MATCH 查询结果</a:t>
            </a:r>
          </a:p>
          <a:p>
            <a:pPr>
              <a:defRPr sz="1600"/>
            </a:pPr>
            <a:r>
              <a:t>评分点:灌数证据(40%)+STATS 对齐(40%)+查询讲解(20%)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