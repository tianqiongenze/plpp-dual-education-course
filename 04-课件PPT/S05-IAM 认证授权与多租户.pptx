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S05 IAM 认证授权与多租户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《千人千面 AI 学习平台项目实战》双元制项目课程 | LF2 | 第 5 周 | 4 课时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布鲁姆目标(今天你要达到)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[应] 实现登录→取 token→携租户头调接口的完整脚本</a:t>
            </a:r>
          </a:p>
          <a:p>
            <a:pPr>
              <a:defRPr sz="1600"/>
            </a:pPr>
            <a:r>
              <a:t>[解] 解释 JWT 三段结构与 claims(sub/roles/tenant_id)</a:t>
            </a:r>
          </a:p>
          <a:p>
            <a:pPr>
              <a:defRPr sz="1600"/>
            </a:pPr>
            <a:r>
              <a:t>[析] 设计一条越权测试用例并解释预期</a:t>
            </a:r>
          </a:p>
          <a:p>
            <a:pPr>
              <a:defRPr sz="1200" i="1"/>
            </a:pPr>
            <a:r>
              <a:t>评判标准:下课时你能做到,并讲给别人听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情境导入(真实工程)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企业情境:法务要求'A 租户绝对不能看到 B 租户的数据'。今天你在真实 IAM 上验证多租户隔离,并写出能交给测试部的越权用例。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上节回顾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vendored 事故卡互评;工程师时间③(PF 规范)若本周排入。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六步法节律(180min)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情境导入 20' → B 计划 10' → C 决策 5'</a:t>
            </a:r>
          </a:p>
          <a:p>
            <a:pPr>
              <a:defRPr sz="1600"/>
            </a:pPr>
            <a:r>
              <a:t>D 理论精讲 35' → E 实训实施 70'</a:t>
            </a:r>
          </a:p>
          <a:p>
            <a:pPr>
              <a:defRPr sz="1600"/>
            </a:pPr>
            <a:r>
              <a:t>F 检查 15' → G 评价+费曼讲台 25'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认证 vs 授权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认证=你是谁(iam 签发 JWT);授权=你能干什么(roles+网关校验)</a:t>
            </a:r>
          </a:p>
          <a:p>
            <a:pPr>
              <a:defRPr sz="1600"/>
            </a:pPr>
            <a:r>
              <a:t>角色链:SUPER_ADMIN/ADMIN/TENANT_ADMIN/STUDENT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JWT 结构实测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三段 header.payload.signature;payload=claims</a:t>
            </a:r>
          </a:p>
          <a:p>
            <a:pPr>
              <a:defRPr sz="1600"/>
            </a:pPr>
            <a:r>
              <a:t>本平台实测:sub=用户UUID, roles=["ADMIN","SUPER_ADMIN"], tenant_id=UUID</a:t>
            </a:r>
          </a:p>
          <a:p>
            <a:pPr>
              <a:defRPr sz="1600"/>
            </a:pPr>
            <a:r>
              <a:t>注意:token 放 Authorization: Bearer;租户放 X-Tenant-Id 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多租户隔离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数据隔离:租户字段过滤+行级隔离;接口隔离:@PreAuthorize 角色校验</a:t>
            </a:r>
          </a:p>
          <a:p>
            <a:pPr>
              <a:defRPr sz="1600"/>
            </a:pPr>
            <a:r>
              <a:t>越权用例模板:同租户低角色/跨租户同角色/无 token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实训任务(70min,双师巡回)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1. 1. 登录 — POST /api/v1/auth/login + X-Tenant-Id + {username:admin,password:Admin@12345}</a:t>
            </a:r>
          </a:p>
          <a:p>
            <a:pPr>
              <a:defRPr sz="1600"/>
            </a:pPr>
            <a:r>
              <a:t>2. 2. 解码 — base64 解 payload,抄下 sub/roles/tenant_id 三值</a:t>
            </a:r>
          </a:p>
          <a:p>
            <a:pPr>
              <a:defRPr sz="1600"/>
            </a:pPr>
            <a:r>
              <a:t>3. 3. 业务调用 — 携 token+租户头调 course 课程列表 → 200</a:t>
            </a:r>
          </a:p>
          <a:p>
            <a:pPr>
              <a:defRPr sz="1600"/>
            </a:pPr>
            <a:r>
              <a:t>4. 4. 越权实验 — 换租户头调数据 / 无 token / 低角色三分支,记录结果</a:t>
            </a:r>
          </a:p>
          <a:p>
            <a:pPr>
              <a:defRPr sz="1200" i="1"/>
            </a:pPr>
            <a:r>
              <a:t>纪律:只提问不代写;证据必须留存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检查清单(15min 互查)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[应] 登录脚本可重复执行(存 scripts/)</a:t>
            </a:r>
          </a:p>
          <a:p>
            <a:pPr>
              <a:defRPr sz="1600"/>
            </a:pPr>
            <a:r>
              <a:t>[析] 越权三分支各有预期与实际对比</a:t>
            </a:r>
          </a:p>
          <a:p>
            <a:pPr>
              <a:defRPr sz="1600"/>
            </a:pPr>
            <a:r>
              <a:t>[解] 能画出一次请求的身份传递链(JWT→网关→头→Filter)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费曼讲台(15min)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讲题:把 JWT 比作'景区手环':手环上写了什么?检票口认手环还是认脸?多租户=几个景区?</a:t>
            </a:r>
          </a:p>
          <a:p>
            <a:pPr>
              <a:defRPr sz="1600"/>
            </a:pPr>
            <a:r>
              <a:t>白纸讲授 6' → 追问 4' → 类比压缩 3'</a:t>
            </a:r>
          </a:p>
          <a:p>
            <a:pPr>
              <a:defRPr sz="1600"/>
            </a:pPr>
            <a:r>
              <a:t>讲不清=没学会;卡壳处就是回炉点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费曼卡#5:JWT 手环类比 200 字</a:t>
            </a:r>
          </a:p>
          <a:p>
            <a:pPr>
              <a:defRPr sz="1600"/>
            </a:pPr>
            <a:r>
              <a:t>提交可复用登录脚本+越权用例文件</a:t>
            </a:r>
          </a:p>
          <a:p>
            <a:pPr>
              <a:defRPr sz="1600"/>
            </a:pPr>
            <a:r>
              <a:t>评分点:脚本可复用性(40%)+越权分支完整性(40%)+身份链讲解(20%)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