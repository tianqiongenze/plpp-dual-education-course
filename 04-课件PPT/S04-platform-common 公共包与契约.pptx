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S04 platform-common 公共包与契约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LF2 | 第 4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解释'公共能力下沉共享包'纪律(≥2 服务共用必下沉)</a:t>
            </a:r>
          </a:p>
          <a:p>
            <a:pPr>
              <a:defRPr sz="1600"/>
            </a:pPr>
            <a:r>
              <a:t>[析] 剖析 vendored jar 陈旧事故:为什么根目录同步无效</a:t>
            </a:r>
          </a:p>
          <a:p>
            <a:pPr>
              <a:defRPr sz="1600"/>
            </a:pPr>
            <a:r>
              <a:t>[应] 完成一次公共包修改→五服务同步→构建验证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企业情境:四个服务同时 CrashLoop,根因竟是每个服务目录里 vendored 的 .mvn/platform-common.jar 是三个月前的旧拷贝——根目录改了八百遍都没用。今天复盘这个真实事故。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403 实验报告快评;抽问信任链判定发生在哪层。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共享包纪律(工程铁律①)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≥2 服务共用的能力必下沉 platform-common,禁止服务内复制</a:t>
            </a:r>
          </a:p>
          <a:p>
            <a:pPr>
              <a:defRPr sz="1600"/>
            </a:pPr>
            <a:r>
              <a:t>下沉什么:事件发布/Outbox、锁策略、鉴权过滤器、通用 DTO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vendored jar 事故复盘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每服务目录独立 vendored .mvn/platform-common.jar(10-19 旧拷贝)</a:t>
            </a:r>
          </a:p>
          <a:p>
            <a:pPr>
              <a:defRPr sz="1600"/>
            </a:pPr>
            <a:r>
              <a:t>根目录/本地 m2 同步均无效——构建时用的是 vendored 那份</a:t>
            </a:r>
          </a:p>
          <a:p>
            <a:pPr>
              <a:defRPr sz="1600"/>
            </a:pPr>
            <a:r>
              <a:t>教训:公共包更新必须五份同步+构建验证,镜像内 class 指纹校验(BVV)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契约与版本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公共包=服务间'软契约':改签名=破坏契约,须全量同步+回归</a:t>
            </a:r>
          </a:p>
          <a:p>
            <a:pPr>
              <a:defRPr sz="1600"/>
            </a:pPr>
            <a:r>
              <a:t>事件 schema 同理:字段变更先查所有消费者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盘点 — find 各服务 .mvn 下 platform-common.jar 的 md5,列五份指纹表</a:t>
            </a:r>
          </a:p>
          <a:p>
            <a:pPr>
              <a:defRPr sz="1600"/>
            </a:pPr>
            <a:r>
              <a:t>2. 2. 同步 — 用最新构建产物覆盖五份 vendored jar(教师演示,学生跟做)</a:t>
            </a:r>
          </a:p>
          <a:p>
            <a:pPr>
              <a:defRPr sz="1600"/>
            </a:pPr>
            <a:r>
              <a:t>3. 3. 构建验证 — 选 1 个服务 docker build,宿主侧解包校验关键 class 存在</a:t>
            </a:r>
          </a:p>
          <a:p>
            <a:pPr>
              <a:defRPr sz="1600"/>
            </a:pPr>
            <a:r>
              <a:t>4. 4. 复盘卡 — 把事故写进组内'事故库':现象→根因→修复→预防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五份指纹一致,构建产物校验通过</a:t>
            </a:r>
          </a:p>
          <a:p>
            <a:pPr>
              <a:defRPr sz="1600"/>
            </a:pPr>
            <a:r>
              <a:t>[析] 能解释'为什么改根目录没用'(构建路径指向 vendored)</a:t>
            </a:r>
          </a:p>
          <a:p>
            <a:pPr>
              <a:defRPr sz="1600"/>
            </a:pPr>
            <a:r>
              <a:t>[解] 能说出公共包应下沉的三类能力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讲题:用'全班共用一本教材 vs 每人手抄一份(手抄版三个月前)'类比 vendored jar 事故。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费曼卡#4:共享包纪律一句话+事故类比</a:t>
            </a:r>
          </a:p>
          <a:p>
            <a:pPr>
              <a:defRPr sz="1600"/>
            </a:pPr>
            <a:r>
              <a:t>事故库收录: Group 版事故卡(现象/根因/修复/预防四栏)</a:t>
            </a:r>
          </a:p>
          <a:p>
            <a:pPr>
              <a:defRPr sz="1600"/>
            </a:pPr>
            <a:r>
              <a:t>评分点:指纹一致性(40%)+事故卡四栏质量(40%)+口头解释(20%)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